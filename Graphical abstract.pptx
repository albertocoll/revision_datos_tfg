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359900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4" userDrawn="1">
          <p15:clr>
            <a:srgbClr val="A4A3A4"/>
          </p15:clr>
        </p15:guide>
        <p15:guide id="2" pos="29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3144"/>
    <a:srgbClr val="99E1D9"/>
    <a:srgbClr val="4499B6"/>
    <a:srgbClr val="48A9A6"/>
    <a:srgbClr val="8FAEE1"/>
    <a:srgbClr val="1550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5074" autoAdjust="0"/>
    <p:restoredTop sz="94660"/>
  </p:normalViewPr>
  <p:slideViewPr>
    <p:cSldViewPr snapToGrid="0">
      <p:cViewPr>
        <p:scale>
          <a:sx n="150" d="100"/>
          <a:sy n="150" d="100"/>
        </p:scale>
        <p:origin x="-174" y="-876"/>
      </p:cViewPr>
      <p:guideLst>
        <p:guide orient="horz" pos="1134"/>
        <p:guide pos="29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9988" y="589241"/>
            <a:ext cx="7019925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9988" y="1891070"/>
            <a:ext cx="7019925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B0F10-89B8-473C-A745-F5ADAB1F329A}" type="datetimeFigureOut">
              <a:rPr lang="es-ES" smtClean="0"/>
              <a:t>25/03/2026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52612-2E0D-4250-BEEA-91549A7CE7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8506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B0F10-89B8-473C-A745-F5ADAB1F329A}" type="datetimeFigureOut">
              <a:rPr lang="es-ES" smtClean="0"/>
              <a:t>25/03/2026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52612-2E0D-4250-BEEA-91549A7CE7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9050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618" y="897613"/>
            <a:ext cx="8072914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8618" y="2409468"/>
            <a:ext cx="8072914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82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B0F10-89B8-473C-A745-F5ADAB1F329A}" type="datetimeFigureOut">
              <a:rPr lang="es-ES" smtClean="0"/>
              <a:t>25/03/2026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52612-2E0D-4250-BEEA-91549A7CE7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0515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3493" y="958453"/>
            <a:ext cx="3977958" cy="228445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8449" y="958453"/>
            <a:ext cx="3977958" cy="228445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B0F10-89B8-473C-A745-F5ADAB1F329A}" type="datetimeFigureOut">
              <a:rPr lang="es-ES" smtClean="0"/>
              <a:t>25/03/2026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52612-2E0D-4250-BEEA-91549A7CE7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7519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191691"/>
            <a:ext cx="8072914" cy="69592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4713" y="882610"/>
            <a:ext cx="3959676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4713" y="1315164"/>
            <a:ext cx="3959676" cy="193440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8449" y="882610"/>
            <a:ext cx="3979177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8449" y="1315164"/>
            <a:ext cx="3979177" cy="193440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B0F10-89B8-473C-A745-F5ADAB1F329A}" type="datetimeFigureOut">
              <a:rPr lang="es-ES" smtClean="0"/>
              <a:t>25/03/2026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52612-2E0D-4250-BEEA-91549A7CE7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1184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B0F10-89B8-473C-A745-F5ADAB1F329A}" type="datetimeFigureOut">
              <a:rPr lang="es-ES" smtClean="0"/>
              <a:t>25/03/2026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52612-2E0D-4250-BEEA-91549A7CE7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1604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B0F10-89B8-473C-A745-F5ADAB1F329A}" type="datetimeFigureOut">
              <a:rPr lang="es-ES" smtClean="0"/>
              <a:t>25/03/2026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52612-2E0D-4250-BEEA-91549A7CE7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3960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3" y="240030"/>
            <a:ext cx="3018811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9177" y="518398"/>
            <a:ext cx="4738449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713" y="1080135"/>
            <a:ext cx="3018811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B0F10-89B8-473C-A745-F5ADAB1F329A}" type="datetimeFigureOut">
              <a:rPr lang="es-ES" smtClean="0"/>
              <a:t>25/03/2026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52612-2E0D-4250-BEEA-91549A7CE7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2455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3" y="240030"/>
            <a:ext cx="3018811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79177" y="518398"/>
            <a:ext cx="4738449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713" y="1080135"/>
            <a:ext cx="3018811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B0F10-89B8-473C-A745-F5ADAB1F329A}" type="datetimeFigureOut">
              <a:rPr lang="es-ES" smtClean="0"/>
              <a:t>25/03/2026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52612-2E0D-4250-BEEA-91549A7CE7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9393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B0F10-89B8-473C-A745-F5ADAB1F329A}" type="datetimeFigureOut">
              <a:rPr lang="es-ES" smtClean="0"/>
              <a:t>25/03/2026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52612-2E0D-4250-BEEA-91549A7CE7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0400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8179" y="191691"/>
            <a:ext cx="2018228" cy="305121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493" y="191691"/>
            <a:ext cx="5937687" cy="305121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B0F10-89B8-473C-A745-F5ADAB1F329A}" type="datetimeFigureOut">
              <a:rPr lang="es-ES" smtClean="0"/>
              <a:t>25/03/2026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52612-2E0D-4250-BEEA-91549A7CE7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9071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3493" y="191691"/>
            <a:ext cx="8072914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93" y="958453"/>
            <a:ext cx="8072914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3493" y="3337084"/>
            <a:ext cx="2105978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EB0F10-89B8-473C-A745-F5ADAB1F329A}" type="datetimeFigureOut">
              <a:rPr lang="es-ES" smtClean="0"/>
              <a:t>25/03/2026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00467" y="3337084"/>
            <a:ext cx="3158966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10429" y="3337084"/>
            <a:ext cx="2105978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752612-2E0D-4250-BEEA-91549A7CE7E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9886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E1EBFC95-4086-FC0A-6AD6-7D2A9DA9C9E2}"/>
              </a:ext>
            </a:extLst>
          </p:cNvPr>
          <p:cNvSpPr/>
          <p:nvPr/>
        </p:nvSpPr>
        <p:spPr>
          <a:xfrm>
            <a:off x="854202" y="2138494"/>
            <a:ext cx="2192690" cy="1309615"/>
          </a:xfrm>
          <a:prstGeom prst="roundRect">
            <a:avLst/>
          </a:prstGeom>
          <a:solidFill>
            <a:srgbClr val="99E1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B6294D34-9372-0900-ADFE-FE3E46B432C6}"/>
              </a:ext>
            </a:extLst>
          </p:cNvPr>
          <p:cNvSpPr/>
          <p:nvPr/>
        </p:nvSpPr>
        <p:spPr>
          <a:xfrm>
            <a:off x="6739794" y="2126978"/>
            <a:ext cx="2115101" cy="1320722"/>
          </a:xfrm>
          <a:prstGeom prst="roundRect">
            <a:avLst/>
          </a:prstGeom>
          <a:solidFill>
            <a:srgbClr val="99E1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7AB32DFB-AE67-4BCA-72A8-3176FD87FE3A}"/>
              </a:ext>
            </a:extLst>
          </p:cNvPr>
          <p:cNvSpPr/>
          <p:nvPr/>
        </p:nvSpPr>
        <p:spPr>
          <a:xfrm>
            <a:off x="5291299" y="145005"/>
            <a:ext cx="2662076" cy="1314062"/>
          </a:xfrm>
          <a:prstGeom prst="roundRect">
            <a:avLst/>
          </a:prstGeom>
          <a:solidFill>
            <a:srgbClr val="99E1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FA0D7102-E2FE-0438-182C-732C5CF764B6}"/>
              </a:ext>
            </a:extLst>
          </p:cNvPr>
          <p:cNvSpPr/>
          <p:nvPr/>
        </p:nvSpPr>
        <p:spPr>
          <a:xfrm>
            <a:off x="2414957" y="145005"/>
            <a:ext cx="2548131" cy="1358934"/>
          </a:xfrm>
          <a:prstGeom prst="roundRect">
            <a:avLst/>
          </a:prstGeom>
          <a:solidFill>
            <a:srgbClr val="99E1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Flecha: a la derecha con muesca 3">
            <a:extLst>
              <a:ext uri="{FF2B5EF4-FFF2-40B4-BE49-F238E27FC236}">
                <a16:creationId xmlns:a16="http://schemas.microsoft.com/office/drawing/2014/main" id="{655C9A16-B8C1-A8B0-FF91-F48B8B8BA119}"/>
              </a:ext>
            </a:extLst>
          </p:cNvPr>
          <p:cNvSpPr/>
          <p:nvPr/>
        </p:nvSpPr>
        <p:spPr>
          <a:xfrm>
            <a:off x="247649" y="1480381"/>
            <a:ext cx="8746881" cy="639687"/>
          </a:xfrm>
          <a:prstGeom prst="notchedRightArrow">
            <a:avLst/>
          </a:prstGeom>
          <a:solidFill>
            <a:srgbClr val="48A9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F4DE9455-BBFA-4C06-4AB2-8C6A965100DB}"/>
              </a:ext>
            </a:extLst>
          </p:cNvPr>
          <p:cNvGrpSpPr/>
          <p:nvPr/>
        </p:nvGrpSpPr>
        <p:grpSpPr>
          <a:xfrm>
            <a:off x="7869536" y="1102678"/>
            <a:ext cx="1308588" cy="1043743"/>
            <a:chOff x="4302076" y="1076325"/>
            <a:chExt cx="1308588" cy="1043743"/>
          </a:xfrm>
        </p:grpSpPr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B020B49A-EB5A-0F35-F9F9-29B2435526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62" t="18803" r="86006" b="55128"/>
            <a:stretch>
              <a:fillRect/>
            </a:stretch>
          </p:blipFill>
          <p:spPr>
            <a:xfrm>
              <a:off x="4302076" y="1076325"/>
              <a:ext cx="1037492" cy="938579"/>
            </a:xfrm>
            <a:prstGeom prst="rect">
              <a:avLst/>
            </a:prstGeom>
          </p:spPr>
        </p:pic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C49EC43B-FC26-9C22-65ED-D9DCD97CA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62" t="18803" r="86006" b="55128"/>
            <a:stretch>
              <a:fillRect/>
            </a:stretch>
          </p:blipFill>
          <p:spPr>
            <a:xfrm>
              <a:off x="4573172" y="1181489"/>
              <a:ext cx="1037492" cy="938579"/>
            </a:xfrm>
            <a:prstGeom prst="rect">
              <a:avLst/>
            </a:prstGeom>
          </p:spPr>
        </p:pic>
      </p:grpSp>
      <p:sp>
        <p:nvSpPr>
          <p:cNvPr id="25" name="Arco 24">
            <a:extLst>
              <a:ext uri="{FF2B5EF4-FFF2-40B4-BE49-F238E27FC236}">
                <a16:creationId xmlns:a16="http://schemas.microsoft.com/office/drawing/2014/main" id="{E73E5604-EA65-DBE0-F882-34766005F957}"/>
              </a:ext>
            </a:extLst>
          </p:cNvPr>
          <p:cNvSpPr/>
          <p:nvPr/>
        </p:nvSpPr>
        <p:spPr>
          <a:xfrm rot="16382802" flipV="1">
            <a:off x="182850" y="1918485"/>
            <a:ext cx="1003367" cy="940147"/>
          </a:xfrm>
          <a:prstGeom prst="arc">
            <a:avLst>
              <a:gd name="adj1" fmla="val 15888482"/>
              <a:gd name="adj2" fmla="val 0"/>
            </a:avLst>
          </a:prstGeom>
          <a:ln w="76200">
            <a:solidFill>
              <a:srgbClr val="48A9A6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D1953FC-4D5B-F592-F6AB-1CF92B4D28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2" t="18803" r="86006" b="55128"/>
          <a:stretch>
            <a:fillRect/>
          </a:stretch>
        </p:blipFill>
        <p:spPr>
          <a:xfrm>
            <a:off x="9585402" y="1261237"/>
            <a:ext cx="1266176" cy="1145461"/>
          </a:xfrm>
          <a:prstGeom prst="rect">
            <a:avLst/>
          </a:prstGeom>
        </p:spPr>
      </p:pic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30564AD5-D4CF-4EBD-6E4C-124C7A11518E}"/>
              </a:ext>
            </a:extLst>
          </p:cNvPr>
          <p:cNvSpPr/>
          <p:nvPr/>
        </p:nvSpPr>
        <p:spPr>
          <a:xfrm>
            <a:off x="3346239" y="2138085"/>
            <a:ext cx="3094208" cy="1309615"/>
          </a:xfrm>
          <a:prstGeom prst="roundRect">
            <a:avLst/>
          </a:prstGeom>
          <a:solidFill>
            <a:srgbClr val="99E1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Arco 35">
            <a:extLst>
              <a:ext uri="{FF2B5EF4-FFF2-40B4-BE49-F238E27FC236}">
                <a16:creationId xmlns:a16="http://schemas.microsoft.com/office/drawing/2014/main" id="{60AA0EA6-8F4C-E835-24E4-F489E91D057A}"/>
              </a:ext>
            </a:extLst>
          </p:cNvPr>
          <p:cNvSpPr/>
          <p:nvPr/>
        </p:nvSpPr>
        <p:spPr>
          <a:xfrm rot="16382802" flipV="1">
            <a:off x="2719037" y="1936625"/>
            <a:ext cx="1003367" cy="940147"/>
          </a:xfrm>
          <a:prstGeom prst="arc">
            <a:avLst>
              <a:gd name="adj1" fmla="val 15888482"/>
              <a:gd name="adj2" fmla="val 0"/>
            </a:avLst>
          </a:prstGeom>
          <a:ln w="76200">
            <a:solidFill>
              <a:srgbClr val="48A9A6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" name="Arco 36">
            <a:extLst>
              <a:ext uri="{FF2B5EF4-FFF2-40B4-BE49-F238E27FC236}">
                <a16:creationId xmlns:a16="http://schemas.microsoft.com/office/drawing/2014/main" id="{B6BFC622-773F-525A-DE51-781F4650ED8D}"/>
              </a:ext>
            </a:extLst>
          </p:cNvPr>
          <p:cNvSpPr/>
          <p:nvPr/>
        </p:nvSpPr>
        <p:spPr>
          <a:xfrm rot="5217198">
            <a:off x="4556749" y="707325"/>
            <a:ext cx="1003367" cy="940147"/>
          </a:xfrm>
          <a:prstGeom prst="arc">
            <a:avLst>
              <a:gd name="adj1" fmla="val 15888482"/>
              <a:gd name="adj2" fmla="val 0"/>
            </a:avLst>
          </a:prstGeom>
          <a:ln w="76200">
            <a:solidFill>
              <a:srgbClr val="48A9A6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8" name="Arco 37">
            <a:extLst>
              <a:ext uri="{FF2B5EF4-FFF2-40B4-BE49-F238E27FC236}">
                <a16:creationId xmlns:a16="http://schemas.microsoft.com/office/drawing/2014/main" id="{0D0F74EF-C1B4-527F-53FE-34D9059D70D0}"/>
              </a:ext>
            </a:extLst>
          </p:cNvPr>
          <p:cNvSpPr/>
          <p:nvPr/>
        </p:nvSpPr>
        <p:spPr>
          <a:xfrm rot="5217198">
            <a:off x="1682236" y="707327"/>
            <a:ext cx="1003367" cy="940147"/>
          </a:xfrm>
          <a:prstGeom prst="arc">
            <a:avLst>
              <a:gd name="adj1" fmla="val 15888482"/>
              <a:gd name="adj2" fmla="val 0"/>
            </a:avLst>
          </a:prstGeom>
          <a:ln w="76200">
            <a:solidFill>
              <a:srgbClr val="48A9A6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0" name="Arco 39">
            <a:extLst>
              <a:ext uri="{FF2B5EF4-FFF2-40B4-BE49-F238E27FC236}">
                <a16:creationId xmlns:a16="http://schemas.microsoft.com/office/drawing/2014/main" id="{6C3A9B50-2448-19B0-7357-4DAB740A2562}"/>
              </a:ext>
            </a:extLst>
          </p:cNvPr>
          <p:cNvSpPr/>
          <p:nvPr/>
        </p:nvSpPr>
        <p:spPr>
          <a:xfrm rot="16382802" flipV="1">
            <a:off x="6057423" y="1856138"/>
            <a:ext cx="1003367" cy="940147"/>
          </a:xfrm>
          <a:prstGeom prst="arc">
            <a:avLst>
              <a:gd name="adj1" fmla="val 15888482"/>
              <a:gd name="adj2" fmla="val 0"/>
            </a:avLst>
          </a:prstGeom>
          <a:ln w="76200">
            <a:solidFill>
              <a:srgbClr val="48A9A6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72A6B0F-D062-3820-B0BA-33BB5A46DD4B}"/>
              </a:ext>
            </a:extLst>
          </p:cNvPr>
          <p:cNvSpPr/>
          <p:nvPr/>
        </p:nvSpPr>
        <p:spPr>
          <a:xfrm rot="1965690">
            <a:off x="4623552" y="1498848"/>
            <a:ext cx="48153" cy="5871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6198AD2F-3B9B-E39B-73CF-B4D912BA8A9A}"/>
              </a:ext>
            </a:extLst>
          </p:cNvPr>
          <p:cNvSpPr/>
          <p:nvPr/>
        </p:nvSpPr>
        <p:spPr>
          <a:xfrm rot="1965690">
            <a:off x="4705669" y="1532514"/>
            <a:ext cx="48153" cy="5871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DCC4529B-995A-CEF2-A5FC-00E8684D8C32}"/>
              </a:ext>
            </a:extLst>
          </p:cNvPr>
          <p:cNvSpPr txBox="1"/>
          <p:nvPr/>
        </p:nvSpPr>
        <p:spPr>
          <a:xfrm>
            <a:off x="1121607" y="1661724"/>
            <a:ext cx="805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bg1"/>
                </a:solidFill>
                <a:latin typeface="Arial" panose="020B0604020202020204" pitchFamily="34" charset="0"/>
                <a:ea typeface="ADLaM Display" panose="020F0502020204030204" pitchFamily="2" charset="0"/>
                <a:cs typeface="Arial" panose="020B0604020202020204" pitchFamily="34" charset="0"/>
              </a:rPr>
              <a:t>6 </a:t>
            </a:r>
            <a:r>
              <a:rPr lang="es-ES" sz="1200" b="1" dirty="0" err="1">
                <a:solidFill>
                  <a:schemeClr val="bg1"/>
                </a:solidFill>
                <a:latin typeface="Arial" panose="020B0604020202020204" pitchFamily="34" charset="0"/>
                <a:ea typeface="ADLaM Display" panose="020F0502020204030204" pitchFamily="2" charset="0"/>
                <a:cs typeface="Arial" panose="020B0604020202020204" pitchFamily="34" charset="0"/>
              </a:rPr>
              <a:t>hours</a:t>
            </a:r>
            <a:endParaRPr lang="es-ES" sz="1200" b="1" dirty="0">
              <a:solidFill>
                <a:schemeClr val="bg1"/>
              </a:solidFill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C41C81A6-A604-D5F2-A373-1F64FB8B0C46}"/>
              </a:ext>
            </a:extLst>
          </p:cNvPr>
          <p:cNvSpPr txBox="1"/>
          <p:nvPr/>
        </p:nvSpPr>
        <p:spPr>
          <a:xfrm>
            <a:off x="2114967" y="1661723"/>
            <a:ext cx="931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bg1"/>
                </a:solidFill>
                <a:latin typeface="Arial" panose="020B0604020202020204" pitchFamily="34" charset="0"/>
                <a:ea typeface="ADLaM Display" panose="020F0502020204030204" pitchFamily="2" charset="0"/>
                <a:cs typeface="Arial" panose="020B0604020202020204" pitchFamily="34" charset="0"/>
              </a:rPr>
              <a:t>24 </a:t>
            </a:r>
            <a:r>
              <a:rPr lang="es-ES" sz="1200" b="1" dirty="0" err="1">
                <a:solidFill>
                  <a:schemeClr val="bg1"/>
                </a:solidFill>
                <a:latin typeface="Arial" panose="020B0604020202020204" pitchFamily="34" charset="0"/>
                <a:ea typeface="ADLaM Display" panose="020F0502020204030204" pitchFamily="2" charset="0"/>
                <a:cs typeface="Arial" panose="020B0604020202020204" pitchFamily="34" charset="0"/>
              </a:rPr>
              <a:t>hours</a:t>
            </a:r>
            <a:endParaRPr lang="es-ES" sz="1200" b="1" dirty="0">
              <a:solidFill>
                <a:schemeClr val="bg1"/>
              </a:solidFill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FC62EB3B-FD36-3D1B-76CE-7257EA937AF0}"/>
              </a:ext>
            </a:extLst>
          </p:cNvPr>
          <p:cNvSpPr txBox="1"/>
          <p:nvPr/>
        </p:nvSpPr>
        <p:spPr>
          <a:xfrm>
            <a:off x="3520154" y="1661722"/>
            <a:ext cx="7064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bg1"/>
                </a:solidFill>
                <a:latin typeface="Arial" panose="020B0604020202020204" pitchFamily="34" charset="0"/>
                <a:ea typeface="ADLaM Display" panose="020F0502020204030204" pitchFamily="2" charset="0"/>
                <a:cs typeface="Arial" panose="020B0604020202020204" pitchFamily="34" charset="0"/>
              </a:rPr>
              <a:t>7 </a:t>
            </a:r>
            <a:r>
              <a:rPr lang="es-ES" sz="1200" b="1" dirty="0" err="1">
                <a:solidFill>
                  <a:schemeClr val="bg1"/>
                </a:solidFill>
                <a:latin typeface="Arial" panose="020B0604020202020204" pitchFamily="34" charset="0"/>
                <a:ea typeface="ADLaM Display" panose="020F0502020204030204" pitchFamily="2" charset="0"/>
                <a:cs typeface="Arial" panose="020B0604020202020204" pitchFamily="34" charset="0"/>
              </a:rPr>
              <a:t>days</a:t>
            </a:r>
            <a:endParaRPr lang="es-ES" sz="1200" b="1" dirty="0">
              <a:solidFill>
                <a:schemeClr val="bg1"/>
              </a:solidFill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07F7930D-A893-DDBE-F0D7-A350627560F1}"/>
              </a:ext>
            </a:extLst>
          </p:cNvPr>
          <p:cNvSpPr txBox="1"/>
          <p:nvPr/>
        </p:nvSpPr>
        <p:spPr>
          <a:xfrm>
            <a:off x="5155128" y="1665522"/>
            <a:ext cx="828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bg1"/>
                </a:solidFill>
                <a:latin typeface="Arial" panose="020B0604020202020204" pitchFamily="34" charset="0"/>
                <a:ea typeface="ADLaM Display" panose="020F0502020204030204" pitchFamily="2" charset="0"/>
                <a:cs typeface="Arial" panose="020B0604020202020204" pitchFamily="34" charset="0"/>
              </a:rPr>
              <a:t>4 </a:t>
            </a:r>
            <a:r>
              <a:rPr lang="es-ES" sz="1200" b="1" dirty="0" err="1">
                <a:solidFill>
                  <a:schemeClr val="bg1"/>
                </a:solidFill>
                <a:latin typeface="Arial" panose="020B0604020202020204" pitchFamily="34" charset="0"/>
                <a:ea typeface="ADLaM Display" panose="020F0502020204030204" pitchFamily="2" charset="0"/>
                <a:cs typeface="Arial" panose="020B0604020202020204" pitchFamily="34" charset="0"/>
              </a:rPr>
              <a:t>weeks</a:t>
            </a:r>
            <a:endParaRPr lang="es-ES" sz="1200" b="1" dirty="0">
              <a:solidFill>
                <a:schemeClr val="bg1"/>
              </a:solidFill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9C797505-A4CB-4B2C-A918-09F6FF6EDFFE}"/>
              </a:ext>
            </a:extLst>
          </p:cNvPr>
          <p:cNvSpPr txBox="1"/>
          <p:nvPr/>
        </p:nvSpPr>
        <p:spPr>
          <a:xfrm>
            <a:off x="7104064" y="1662422"/>
            <a:ext cx="9490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chemeClr val="bg1"/>
                </a:solidFill>
                <a:latin typeface="Arial" panose="020B0604020202020204" pitchFamily="34" charset="0"/>
                <a:ea typeface="ADLaM Display" panose="020F0502020204030204" pitchFamily="2" charset="0"/>
                <a:cs typeface="Arial" panose="020B0604020202020204" pitchFamily="34" charset="0"/>
              </a:rPr>
              <a:t>20 </a:t>
            </a:r>
            <a:r>
              <a:rPr lang="es-ES" sz="1200" b="1" dirty="0" err="1">
                <a:solidFill>
                  <a:schemeClr val="bg1"/>
                </a:solidFill>
                <a:latin typeface="Arial" panose="020B0604020202020204" pitchFamily="34" charset="0"/>
                <a:ea typeface="ADLaM Display" panose="020F0502020204030204" pitchFamily="2" charset="0"/>
                <a:cs typeface="Arial" panose="020B0604020202020204" pitchFamily="34" charset="0"/>
              </a:rPr>
              <a:t>weeks</a:t>
            </a:r>
            <a:endParaRPr lang="es-ES" sz="1200" b="1" dirty="0">
              <a:solidFill>
                <a:schemeClr val="bg1"/>
              </a:solidFill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78499514-207F-F238-EEBC-687E9169DE8A}"/>
              </a:ext>
            </a:extLst>
          </p:cNvPr>
          <p:cNvGrpSpPr/>
          <p:nvPr/>
        </p:nvGrpSpPr>
        <p:grpSpPr>
          <a:xfrm>
            <a:off x="5762018" y="1128906"/>
            <a:ext cx="1308588" cy="1043743"/>
            <a:chOff x="4302076" y="1076325"/>
            <a:chExt cx="1308588" cy="1043743"/>
          </a:xfrm>
        </p:grpSpPr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17DE5ACE-8658-FA62-FB71-A0F2B95AD1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62" t="18803" r="86006" b="55128"/>
            <a:stretch>
              <a:fillRect/>
            </a:stretch>
          </p:blipFill>
          <p:spPr>
            <a:xfrm>
              <a:off x="4302076" y="1076325"/>
              <a:ext cx="1037492" cy="938579"/>
            </a:xfrm>
            <a:prstGeom prst="rect">
              <a:avLst/>
            </a:prstGeom>
          </p:spPr>
        </p:pic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B6FAC825-75AE-2C31-38DC-02FB0D464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62" t="18803" r="86006" b="55128"/>
            <a:stretch>
              <a:fillRect/>
            </a:stretch>
          </p:blipFill>
          <p:spPr>
            <a:xfrm>
              <a:off x="4573172" y="1181489"/>
              <a:ext cx="1037492" cy="938579"/>
            </a:xfrm>
            <a:prstGeom prst="rect">
              <a:avLst/>
            </a:prstGeom>
          </p:spPr>
        </p:pic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6306E635-C95D-7D48-2DDE-46B7BCDFF851}"/>
              </a:ext>
            </a:extLst>
          </p:cNvPr>
          <p:cNvGrpSpPr/>
          <p:nvPr/>
        </p:nvGrpSpPr>
        <p:grpSpPr>
          <a:xfrm>
            <a:off x="-8021" y="1165254"/>
            <a:ext cx="1318260" cy="1023753"/>
            <a:chOff x="1285142" y="1148896"/>
            <a:chExt cx="1318260" cy="1023753"/>
          </a:xfrm>
        </p:grpSpPr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CDBAE0A9-3DA0-C537-DE1E-F7CA7DF0E3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47" t="18803" r="86006" b="55128"/>
            <a:stretch>
              <a:fillRect/>
            </a:stretch>
          </p:blipFill>
          <p:spPr>
            <a:xfrm>
              <a:off x="1983935" y="1234070"/>
              <a:ext cx="619467" cy="938579"/>
            </a:xfrm>
            <a:prstGeom prst="rect">
              <a:avLst/>
            </a:prstGeom>
          </p:spPr>
        </p:pic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3D5079DD-9A4A-0951-689B-1572294E4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47" t="18803" r="86006" b="55128"/>
            <a:stretch>
              <a:fillRect/>
            </a:stretch>
          </p:blipFill>
          <p:spPr>
            <a:xfrm flipH="1">
              <a:off x="1285142" y="1148896"/>
              <a:ext cx="619467" cy="938579"/>
            </a:xfrm>
            <a:prstGeom prst="rect">
              <a:avLst/>
            </a:prstGeom>
          </p:spPr>
        </p:pic>
      </p:grpSp>
      <p:pic>
        <p:nvPicPr>
          <p:cNvPr id="50" name="Imagen 49">
            <a:extLst>
              <a:ext uri="{FF2B5EF4-FFF2-40B4-BE49-F238E27FC236}">
                <a16:creationId xmlns:a16="http://schemas.microsoft.com/office/drawing/2014/main" id="{47B81815-8B4E-3C07-425D-F7272CC7FC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4" t="32365" r="15106" b="14550"/>
          <a:stretch>
            <a:fillRect/>
          </a:stretch>
        </p:blipFill>
        <p:spPr>
          <a:xfrm>
            <a:off x="5151110" y="2277813"/>
            <a:ext cx="1136469" cy="1051919"/>
          </a:xfrm>
          <a:prstGeom prst="rect">
            <a:avLst/>
          </a:prstGeom>
        </p:spPr>
      </p:pic>
      <p:sp>
        <p:nvSpPr>
          <p:cNvPr id="51" name="CuadroTexto 50">
            <a:extLst>
              <a:ext uri="{FF2B5EF4-FFF2-40B4-BE49-F238E27FC236}">
                <a16:creationId xmlns:a16="http://schemas.microsoft.com/office/drawing/2014/main" id="{C6C43A38-AA68-1881-2A44-1637096AF29A}"/>
              </a:ext>
            </a:extLst>
          </p:cNvPr>
          <p:cNvSpPr txBox="1"/>
          <p:nvPr/>
        </p:nvSpPr>
        <p:spPr>
          <a:xfrm>
            <a:off x="68818" y="117850"/>
            <a:ext cx="21151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Longitudinal </a:t>
            </a:r>
            <a:r>
              <a:rPr lang="es-ES" sz="1400" b="1" dirty="0" err="1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section</a:t>
            </a:r>
            <a:r>
              <a:rPr lang="es-ES" sz="1400" b="1" dirty="0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400" b="1" dirty="0" err="1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s-ES" sz="1400" b="1" dirty="0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viable inductor </a:t>
            </a:r>
            <a:r>
              <a:rPr lang="es-ES" sz="1400" b="1" dirty="0" err="1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s-ES" sz="1400" b="1" dirty="0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asexual </a:t>
            </a:r>
            <a:r>
              <a:rPr lang="es-ES" sz="1400" b="1" dirty="0" err="1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reproduction</a:t>
            </a:r>
            <a:r>
              <a:rPr lang="es-ES" sz="1400" b="1" dirty="0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s-ES" sz="1400" b="1" i="1" dirty="0" err="1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Anemonia</a:t>
            </a:r>
            <a:r>
              <a:rPr lang="es-ES" sz="1400" b="1" i="1" dirty="0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400" b="1" i="1" dirty="0" err="1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viridis</a:t>
            </a:r>
            <a:endParaRPr lang="es-ES" sz="1400" b="1" i="1" dirty="0">
              <a:solidFill>
                <a:srgbClr val="1C31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C00165C5-383C-1A39-D7DC-577C37235B44}"/>
              </a:ext>
            </a:extLst>
          </p:cNvPr>
          <p:cNvSpPr txBox="1"/>
          <p:nvPr/>
        </p:nvSpPr>
        <p:spPr>
          <a:xfrm>
            <a:off x="1088058" y="2435195"/>
            <a:ext cx="14181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 err="1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Exposed</a:t>
            </a:r>
            <a:r>
              <a:rPr lang="es-ES" sz="1400" dirty="0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400" dirty="0" err="1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mesoglea</a:t>
            </a:r>
            <a:r>
              <a:rPr lang="es-ES" sz="1400" dirty="0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400" dirty="0" err="1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s-ES" sz="1400" dirty="0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400" dirty="0" err="1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sealed</a:t>
            </a:r>
            <a:endParaRPr lang="es-ES" sz="1400" dirty="0">
              <a:solidFill>
                <a:srgbClr val="1C31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71024557-BE6D-D50C-E286-40DEB129D218}"/>
              </a:ext>
            </a:extLst>
          </p:cNvPr>
          <p:cNvSpPr txBox="1"/>
          <p:nvPr/>
        </p:nvSpPr>
        <p:spPr>
          <a:xfrm>
            <a:off x="2465786" y="259478"/>
            <a:ext cx="172838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 err="1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Collagen</a:t>
            </a:r>
            <a:r>
              <a:rPr lang="es-ES" sz="1400" dirty="0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400" dirty="0" err="1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infiltration</a:t>
            </a:r>
            <a:r>
              <a:rPr lang="es-ES" sz="1400" dirty="0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400" dirty="0" err="1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</a:t>
            </a:r>
            <a:r>
              <a:rPr lang="es-ES" sz="1400" dirty="0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400" dirty="0" err="1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tissues</a:t>
            </a:r>
            <a:endParaRPr lang="es-ES" sz="1400" dirty="0">
              <a:solidFill>
                <a:srgbClr val="1C31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1400" dirty="0">
              <a:solidFill>
                <a:srgbClr val="1C31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400" dirty="0" err="1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Amoebocyte</a:t>
            </a:r>
            <a:r>
              <a:rPr lang="es-ES" sz="1400" dirty="0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400" dirty="0" err="1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recruitment</a:t>
            </a:r>
            <a:endParaRPr lang="es-ES" sz="1400" dirty="0">
              <a:solidFill>
                <a:srgbClr val="1C31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D3A58365-334D-D525-9C1A-0FFF58703111}"/>
              </a:ext>
            </a:extLst>
          </p:cNvPr>
          <p:cNvSpPr txBox="1"/>
          <p:nvPr/>
        </p:nvSpPr>
        <p:spPr>
          <a:xfrm>
            <a:off x="3492046" y="2332879"/>
            <a:ext cx="17434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 err="1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Wound</a:t>
            </a:r>
            <a:r>
              <a:rPr lang="es-ES" sz="1400" dirty="0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has </a:t>
            </a:r>
            <a:r>
              <a:rPr lang="es-ES" sz="1400" dirty="0" err="1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healed</a:t>
            </a:r>
            <a:endParaRPr lang="es-ES" sz="1400" dirty="0">
              <a:solidFill>
                <a:srgbClr val="1C31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ES" sz="1400" dirty="0">
              <a:solidFill>
                <a:srgbClr val="1C31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400" dirty="0" err="1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Amoebocyte</a:t>
            </a:r>
            <a:r>
              <a:rPr lang="es-ES" sz="1400" dirty="0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400" dirty="0" err="1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recruitment</a:t>
            </a:r>
            <a:endParaRPr lang="es-ES" sz="1400" dirty="0">
              <a:solidFill>
                <a:srgbClr val="1C31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1B9AB592-DD63-42C4-7192-A112081486BB}"/>
              </a:ext>
            </a:extLst>
          </p:cNvPr>
          <p:cNvSpPr txBox="1"/>
          <p:nvPr/>
        </p:nvSpPr>
        <p:spPr>
          <a:xfrm>
            <a:off x="5397964" y="171232"/>
            <a:ext cx="233539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 err="1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Higher</a:t>
            </a:r>
            <a:r>
              <a:rPr lang="es-ES" sz="1400" dirty="0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CAT, </a:t>
            </a:r>
            <a:r>
              <a:rPr lang="es-ES" sz="1400" dirty="0" err="1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GPx</a:t>
            </a:r>
            <a:r>
              <a:rPr lang="es-ES" sz="1400" dirty="0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GR </a:t>
            </a:r>
            <a:r>
              <a:rPr lang="es-ES" sz="1400" dirty="0" err="1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</a:t>
            </a:r>
            <a:r>
              <a:rPr lang="es-ES" sz="1400" dirty="0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s-ES" sz="1400" dirty="0" err="1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column</a:t>
            </a:r>
            <a:r>
              <a:rPr lang="es-ES" sz="1400" dirty="0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s-ES" sz="1400" dirty="0" err="1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tentacle</a:t>
            </a:r>
            <a:endParaRPr lang="es-ES" sz="1400" dirty="0">
              <a:solidFill>
                <a:srgbClr val="1C31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400" dirty="0" err="1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Antioxidants</a:t>
            </a:r>
            <a:r>
              <a:rPr lang="es-ES" sz="1400" dirty="0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are </a:t>
            </a:r>
            <a:r>
              <a:rPr lang="es-ES" sz="1400" dirty="0" err="1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effective</a:t>
            </a:r>
            <a:r>
              <a:rPr lang="es-ES" sz="1400" dirty="0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400" dirty="0" err="1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against</a:t>
            </a:r>
            <a:r>
              <a:rPr lang="es-ES" sz="1400" dirty="0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400" dirty="0" err="1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lipid</a:t>
            </a:r>
            <a:r>
              <a:rPr lang="es-ES" sz="1400" dirty="0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400" dirty="0" err="1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peroxidation</a:t>
            </a:r>
            <a:endParaRPr lang="es-ES" sz="1400" dirty="0">
              <a:solidFill>
                <a:srgbClr val="1C31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9F8487AD-604B-14B8-3A68-EDEF14E9B984}"/>
              </a:ext>
            </a:extLst>
          </p:cNvPr>
          <p:cNvSpPr txBox="1"/>
          <p:nvPr/>
        </p:nvSpPr>
        <p:spPr>
          <a:xfrm>
            <a:off x="6697546" y="2333121"/>
            <a:ext cx="20525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Tentacular </a:t>
            </a:r>
            <a:r>
              <a:rPr lang="es-ES" sz="1400" dirty="0" err="1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antioxidants</a:t>
            </a:r>
            <a:r>
              <a:rPr lang="es-ES" sz="1400" dirty="0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400" dirty="0" err="1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revert</a:t>
            </a:r>
            <a:r>
              <a:rPr lang="es-ES" sz="1400" dirty="0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400" dirty="0" err="1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s-ES" sz="1400" dirty="0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normal</a:t>
            </a:r>
          </a:p>
          <a:p>
            <a:r>
              <a:rPr lang="es-ES" sz="1400" dirty="0" err="1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Protection</a:t>
            </a:r>
            <a:r>
              <a:rPr lang="es-ES" sz="1400" dirty="0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400" dirty="0" err="1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against</a:t>
            </a:r>
            <a:r>
              <a:rPr lang="es-ES" sz="1400" dirty="0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400" dirty="0" err="1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lipid</a:t>
            </a:r>
            <a:r>
              <a:rPr lang="es-ES" sz="1400" dirty="0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400" dirty="0" err="1">
                <a:solidFill>
                  <a:srgbClr val="1C314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peroxidation</a:t>
            </a:r>
            <a:endParaRPr lang="es-ES" sz="1400" dirty="0">
              <a:solidFill>
                <a:srgbClr val="1C314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8" name="Imagen 57">
            <a:extLst>
              <a:ext uri="{FF2B5EF4-FFF2-40B4-BE49-F238E27FC236}">
                <a16:creationId xmlns:a16="http://schemas.microsoft.com/office/drawing/2014/main" id="{33232AA3-624A-0BEE-018C-3B14FCE83E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9850" y="388574"/>
            <a:ext cx="1215144" cy="91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9531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</TotalTime>
  <Words>63</Words>
  <Application>Microsoft Office PowerPoint</Application>
  <PresentationFormat>Personalizado</PresentationFormat>
  <Paragraphs>17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ALBERTO COLL FERNÁNDEZ</dc:creator>
  <cp:lastModifiedBy>ALBERTO COLL FERNÁNDEZ</cp:lastModifiedBy>
  <cp:revision>3</cp:revision>
  <dcterms:created xsi:type="dcterms:W3CDTF">2026-03-25T08:14:33Z</dcterms:created>
  <dcterms:modified xsi:type="dcterms:W3CDTF">2026-03-25T08:55:46Z</dcterms:modified>
</cp:coreProperties>
</file>